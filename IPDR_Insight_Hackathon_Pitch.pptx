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IPDR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IPDR Log Analysis &amp; A-Party to B-Party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smart tool to extract and identify B-party (recipient) Public IP/mobile numbers from IPDR logs.</a:t>
            </a:r>
          </a:p>
          <a:p>
            <a:r>
              <a:t>Enable accurate mapping of A-party to B-party interactions.</a:t>
            </a:r>
          </a:p>
          <a:p>
            <a:r>
              <a:t>Use case: Law enforcement investigations.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Parsing large and complex IPDR log files.</a:t>
            </a:r>
          </a:p>
          <a:p>
            <a:r>
              <a:t>Filtering relevant communication data efficiently.</a:t>
            </a:r>
          </a:p>
          <a:p>
            <a:r>
              <a:t>Accurately mapping interactions between A-party and B-party.</a:t>
            </a:r>
          </a:p>
          <a:p>
            <a:r>
              <a:t>Ensuring high accuracy while handling diverse IPDR formats.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Tasks Completed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Understand IPDR Structure: Handles diverse telecom operator logs.</a:t>
            </a:r>
          </a:p>
          <a:p>
            <a:r>
              <a:t>✅ Log Parsing Engine: Automatically reads, cleans, and ingests massive files.</a:t>
            </a:r>
          </a:p>
          <a:p>
            <a:r>
              <a:t>✅ Identify A/B Party Relationships: Accurately maps initiators and recipients.</a:t>
            </a:r>
          </a:p>
          <a:p>
            <a:r>
              <a:t>✅ Filter Relevant Data: Robust filtering mechanisms for investigative focus.</a:t>
            </a:r>
          </a:p>
          <a:p>
            <a:r>
              <a:t>✅ Normalize Diverse Formats: Flawless handling of CSV, TXT,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Tasks Completed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Communication Mapping: 'Connection Map' visualizes interaction networks.</a:t>
            </a:r>
          </a:p>
          <a:p>
            <a:r>
              <a:t>✅ Automate Detection: Pattern analysis flags unusual behavior (e.g., late-night calls).</a:t>
            </a:r>
          </a:p>
          <a:p>
            <a:r>
              <a:t>✅ Search and Query System: Deep search by IP, number, duration, and date.</a:t>
            </a:r>
          </a:p>
          <a:p>
            <a:r>
              <a:t>✅ User-Friendly Dashboard: Clean, modern interface designed for non-technical officers.</a:t>
            </a:r>
          </a:p>
          <a:p>
            <a:r>
              <a:t>✅ Security and Compliance: JWT Auth and local-only SQLite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IPDR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intelligent system delivering 100% on the core requirements.</a:t>
            </a:r>
          </a:p>
          <a:p>
            <a:r>
              <a:t>Streamlines investigative workflows with clear insights into communication patterns.</a:t>
            </a:r>
          </a:p>
          <a:p>
            <a:r>
              <a:t>Replaces clunky legacy software with a beautiful, accessible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Algorithmic Pattern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Risk Scoring powered by Rule-Based Expert Systems.</a:t>
            </a:r>
          </a:p>
          <a:p>
            <a:r>
              <a:t>Detects temporal anomalies (late-night bursts) and behavioral anomalies (hub detection).</a:t>
            </a:r>
          </a:p>
          <a:p>
            <a:r>
              <a:t>Why no 'Black-box' AI? Evidence must stand up in a court of law.</a:t>
            </a:r>
          </a:p>
          <a:p>
            <a:r>
              <a:t>100% Explainable: Our system tells investigators exactly which rules were broken, making it legally defensible.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Law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identification of suspects and criminal networks.</a:t>
            </a:r>
          </a:p>
          <a:p>
            <a:r>
              <a:t>Rapid detection of suspicious activity in massive digital datasets.</a:t>
            </a:r>
          </a:p>
          <a:p>
            <a:r>
              <a:t>Empowering cyber crime cells to solve cases faster and with absolute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